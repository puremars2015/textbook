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640080"/>
            <a:ext cx="1645920" cy="1645920"/>
          </a:xfrm>
          <a:prstGeom prst="ellipse">
            <a:avLst/>
          </a:prstGeom>
          <a:solidFill>
            <a:srgbClr val="0288A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749040" y="7772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📡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 Agent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00B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實戰監控手冊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學院專用 / 對話式操作教材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台積電 · 白銀 · 台股加權指數 · TradingView · 自動監控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內容大綱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2344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事前準備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環境確認與第一次上課檢查清單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1488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查台積電股價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96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個來源：investing.com · Yahoo Finance · TWSE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0632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3108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查白銀價格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investing.com · goldprice.org 即時報價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" y="39776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查台股加權指數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325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Yahoo Finance 台灣加權股價指數報價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0" y="12344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TradingView 圖表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581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日K、KD 指標、均線技術分析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488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0" y="21488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4068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自動監控設定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2496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每小時/每日推播、Cron Job 實作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502920" cy="6858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03520" y="306324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3108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A"/>
                </a:solidFill>
              </a:rPr>
              <a:t>多重監控組合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0680" y="3410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三合一報價、晨報自動推播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事前準備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Telegram 帳號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與 Hermes Agent 已連線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傳「你好」有回覆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Hermes Agent 已啟動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或本機皆可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 localhost:8642/health → {"status":"ok"}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網路連線正常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能訪問目標網站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瀏覽器能開啟 investing.com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學員等級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不需技術背景，會用網頁即可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A"/>
                </a:solidFill>
              </a:rPr>
              <a:t>✅ 第一次上課檢查清單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3840480" cy="38404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547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在 Telegram 傳送「你好」→ 確認 Agent 有回覆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3840480" cy="38404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005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嘗試查天氣：「今天台北天氣如何？」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3840480" cy="384048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462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確認瀏覽器工具可用：「幫我打開 Google 首頁」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3063240"/>
            <a:ext cx="4023360" cy="1828800"/>
          </a:xfrm>
          <a:prstGeom prst="rect">
            <a:avLst/>
          </a:prstGeom>
          <a:solidFill>
            <a:srgbClr val="0F2C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0"/>
                </a:solidFill>
              </a:rPr>
              <a:t>💡 學習提示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所有指令皆可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直接貼給 Agent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，無需打字。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Agent 會自動開啟瀏覽器、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讀取資料、分析、回覆。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不需要自己查網站！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查詢台積電股價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investing.com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📈 台股個股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46888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04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2,265 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昨收 2,270｜-0.22%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即時價格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今日高低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成交量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197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本益比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461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Yahoo Finance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📊 ADR 報價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286000"/>
            <a:ext cx="246888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304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$66.45 USD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83280" y="2761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美股報價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52週高低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502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市值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開盤/收盤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4197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ADR溢價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722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台灣證券交易所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🏛️ 官方最準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2286000"/>
            <a:ext cx="246888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04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2,265 元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09360" y="2761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技術分析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日K線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502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本益比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殖利率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197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支撐/壓力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查詢白銀（即時）價格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1097280"/>
          </a:xfrm>
          <a:prstGeom prst="ellipse">
            <a:avLst/>
          </a:prstGeom>
          <a:solidFill>
            <a:srgbClr val="A8A8A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37360" y="1143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4A0"/>
                </a:solidFill>
              </a:rPr>
              <a:t>$77.55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/ 盎司（USD）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2286000"/>
            <a:ext cx="146304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304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-8.67%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023360" cy="2148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0"/>
                </a:solidFill>
              </a:rPr>
              <a:t>investing.com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即時現貨價格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24小時變動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日內高低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年內高低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840480" cy="384048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53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0"/>
                </a:solidFill>
              </a:rPr>
              <a:t>▸ 幫我查白銀在 investing.com 的即時價格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023360" cy="2148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0"/>
                </a:solidFill>
              </a:rPr>
              <a:t>goldprice.org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無廣告、速度快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30天/年初變化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每盎司美元報價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即時更新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434840"/>
            <a:ext cx="3840480" cy="384048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453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A0"/>
                </a:solidFill>
              </a:rPr>
              <a:t>▸ 用瀏覽器查白銀現貨即時價格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查詢台指期貨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📌 台指期（TX）是台灣期貨交易所的加權指數期貨，24小時交易，可對沖股票風險、判斷明日台股方向。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200400" cy="1828800"/>
          </a:xfrm>
          <a:prstGeom prst="rect">
            <a:avLst/>
          </a:prstGeom>
          <a:solidFill>
            <a:srgbClr val="0F2C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台股加權指數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A0"/>
                </a:solidFill>
              </a:rPr>
              <a:t>41,172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6517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點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-579 (-1.39%)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920240"/>
          <a:ext cx="484632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數值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加權指數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41,172 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 現貨大盤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昨日收盤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41,751 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今日最高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41,960 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今日最低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41,089 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成交量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 3,200 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集中市場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資料來源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Yahoo Finance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931920"/>
            <a:ext cx="4023360" cy="10058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4005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Yahoo Finance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325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▸ 幫我查詢台股加權指數的即時報價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3931920"/>
            <a:ext cx="4023360" cy="10058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4005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證交所官網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92040" y="4325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▸ 幫我去台灣證券交易所查加權指數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TradingView 技術分析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A0"/>
                </a:solidFill>
              </a:rPr>
              <a:t>KD 隨機指標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用於判斷股價短期趨勢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822960" cy="50292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 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快速移動平均線，對股價變動敏感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61488"/>
            <a:ext cx="822960" cy="50292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072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807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慢速移動平均線，過濾短期噪音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19856"/>
            <a:ext cx="82296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655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黃金交叉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4655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 穿越 D 往上 → 買進信號 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078224"/>
            <a:ext cx="8229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1239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死亡交叉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4123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 穿越 D 往下 → 賣出信號 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0F2C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台積電日K示意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391508"/>
            <a:ext cx="201168" cy="8088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5358384" y="2743200"/>
            <a:ext cx="201168" cy="4572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3" name="Shape 21"/>
          <p:cNvSpPr/>
          <p:nvPr/>
        </p:nvSpPr>
        <p:spPr>
          <a:xfrm>
            <a:off x="5687568" y="2532185"/>
            <a:ext cx="201168" cy="6682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16752" y="2250831"/>
            <a:ext cx="201168" cy="949569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45936" y="2461846"/>
            <a:ext cx="201168" cy="73855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2110154"/>
            <a:ext cx="201168" cy="1090246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04304" y="2321169"/>
            <a:ext cx="201168" cy="879231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7333488" y="1969477"/>
            <a:ext cx="201168" cy="1230923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9" name="Shape 27"/>
          <p:cNvSpPr/>
          <p:nvPr/>
        </p:nvSpPr>
        <p:spPr>
          <a:xfrm>
            <a:off x="7662672" y="2180492"/>
            <a:ext cx="201168" cy="10199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991856" y="1828800"/>
            <a:ext cx="201168" cy="13716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2039815"/>
            <a:ext cx="201168" cy="116058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273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日K線圖（示意）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393192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🤖 語音指令範例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「設定每小時去 TradingView 查看台積電日K KD指標，如果 K 值穿越 D 值，馬上通知我（買進/賣出信號）」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自動監控設定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A"/>
                </a:solidFill>
              </a:rPr>
              <a:t>⏰ Cron 語法速查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169164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語法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* * *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每小時整點一次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* * *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每小時30分執行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9 * *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每天早上9點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*/15 * * *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每15分鐘一次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9 * * 1-5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C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上班日早上9點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97280"/>
            <a:ext cx="1417320" cy="21031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0" y="1170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台積電股價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2,265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0" y="1920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元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2148840"/>
            <a:ext cx="9601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215798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-0.22%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0" y="2450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觸發：變動 &gt;3%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0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推：Telegram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80760" y="1097280"/>
            <a:ext cx="1417320" cy="21031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1170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白銀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$77.55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080760" y="1920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/oz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9360" y="2148840"/>
            <a:ext cx="9601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215798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-8.67%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2450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觸發：24h &gt;2%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80760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推：Telegram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589520" y="1097280"/>
            <a:ext cx="1417320" cy="210312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89520" y="1170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台股加權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41,172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589520" y="1920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點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818120" y="2148840"/>
            <a:ext cx="9601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7818120" y="215798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-1.39%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89520" y="2450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觸發：每30分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589520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推：Telegram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A"/>
                </a:solidFill>
              </a:rPr>
              <a:t>📨 設定指令範例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" y="3749040"/>
            <a:ext cx="78638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382219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</a:rPr>
              <a:t>「幫我設定每小時執行的任務，監控台積電（2330）在 investing.com 的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</a:rPr>
              <a:t>即時股價，如果價格變動超過 3%，就推播到我的 Telegram」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三合一晨報與多重監控組合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0"/>
                </a:solidFill>
              </a:rPr>
              <a:t>🌅 每天早上 8:00 自動推播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台積電 2330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0"/>
                </a:solidFill>
              </a:rPr>
              <a:t>2,265 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88720" y="2999232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-0.22%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來源：Yahoo Finance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7432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白銀 XAG/USD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450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0"/>
                </a:solidFill>
              </a:rPr>
              <a:t>$77.55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069080" y="2999232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-8.67%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來源：Yahoo Finance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27432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台股加權指數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450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0"/>
                </a:solidFill>
              </a:rPr>
              <a:t>41,172 點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949440" y="2999232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-1.39%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來源：Yahoo Finance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</a:rPr>
              <a:t>🚀 一次查三個指令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「幫我一次查三個：1）台積電在 Yahoo Finance 的即時報價與今日漲跌%  2）白銀現貨即時價格  3）台股加權指數行情」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F2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附錄  常用輔助指令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52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我的監控任務目前狀態？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查詢所有已設定的監控任務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52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取消台積電監控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停止特定監控任務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2316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32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今天台積電收盤了嗎？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主動查詢收盤狀態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42316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32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幫我解釋 KD 指標怎麼看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學習技術分析觀念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0332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設定每日晨報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建立每天固定時間的市場報價推播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143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703320"/>
            <a:ext cx="73152" cy="114300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A"/>
                </a:solidFill>
              </a:rPr>
              <a:t>▸ 把台指期改成每15分鐘監控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修改現有監控頻率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網址速查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investing.com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www.investing.com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078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Yahoo Finance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finance.yahoo.com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078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台灣證券交易所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www.twse.com.tw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GoldPrice.org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goldprice.org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CMoney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www.cmoney.tw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517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</a:rPr>
              <a:t>TradingView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www.tradingview.com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028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開始你的第一個監控任務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直接傳給 Agent → 「幫我設定每小時監控台積電股價」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A1A2E"/>
                </a:solidFill>
              </a:rPr>
              <a:t>HERMES AGENT 學院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實戰監控手冊</dc:title>
  <dc:subject>PptxGenJS Presentation</dc:subject>
  <dc:creator>Hermes Agent 學院</dc:creator>
  <cp:lastModifiedBy>Hermes Agent 學院</cp:lastModifiedBy>
  <cp:revision>1</cp:revision>
  <dcterms:created xsi:type="dcterms:W3CDTF">2026-05-17T14:55:35Z</dcterms:created>
  <dcterms:modified xsi:type="dcterms:W3CDTF">2026-05-17T14:55:35Z</dcterms:modified>
</cp:coreProperties>
</file>